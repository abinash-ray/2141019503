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Memory Management: Segmentation and Paging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Techniques in Operating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Management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Operating systems use memory management to efficiently allocate and protect memory.</a:t>
            </a:r>
          </a:p>
          <a:p>
            <a:r>
              <a:t>Segmentation and Paging are two essential strategies used to organize memory access and enhance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of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Paging divides memory into fixed-size blocks known as pages.</a:t>
            </a:r>
          </a:p>
          <a:p>
            <a:r>
              <a:t>It simplifies memory allocation and eliminates external fragmentation.</a:t>
            </a:r>
          </a:p>
          <a:p>
            <a:r>
              <a:t>Each process has a page table to translate virtual pages into physical frames.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of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Segmentation organizes memory into variable-sized parts based on the program structure.</a:t>
            </a:r>
          </a:p>
          <a:p>
            <a:r>
              <a:t>Each segment has a specific role, such as holding code, data, or the stack.</a:t>
            </a:r>
          </a:p>
          <a:p>
            <a:r>
              <a:t>This method supports logical structuring and modular program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Translating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 paging, the virtual address is divided into a page number and offset.</a:t>
            </a:r>
          </a:p>
          <a:p>
            <a:r>
              <a:t>• In segmentation, the address is given as a segment number and an offset.</a:t>
            </a:r>
          </a:p>
          <a:p>
            <a:r>
              <a:t>• Both methods use tables (page or segment tables) to compute the physical address.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and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Modern operating systems may use a combination of paging and segmentation.</a:t>
            </a:r>
          </a:p>
          <a:p>
            <a:r>
              <a:t>• Paging is great for efficiency; segmentation excels in modularity.</a:t>
            </a:r>
          </a:p>
          <a:p>
            <a:r>
              <a:t>• These strategies ensure optimal memory use, process isolation, and system stability.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